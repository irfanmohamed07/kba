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700000">
            <a:off x="8686800" y="-914400"/>
            <a:ext cx="4572000" cy="4572000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800000">
            <a:off x="9601200" y="3657600"/>
            <a:ext cx="3657600" cy="3657600"/>
          </a:xfrm>
          <a:prstGeom prst="round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ALGORITHM &amp;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KBA Men's Hostel</a:t>
            </a:r>
            <a:br/>
            <a:r>
              <a:t>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  <a:latin typeface="Calibri"/>
              </a:defRPr>
            </a:pPr>
            <a:r>
              <a:t>An AI-Powered Full-Stack Web Application for</a:t>
            </a:r>
            <a:br/>
            <a:r>
              <a:t>End-to-End Digital Hostel Operations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920240" cy="4114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994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2FF"/>
                </a:solidFill>
                <a:latin typeface="Calibri"/>
              </a:defRPr>
            </a:pPr>
            <a:r>
              <a:t>Node.js + Express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4572000"/>
            <a:ext cx="1920240" cy="4114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45994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2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4572000"/>
            <a:ext cx="1920240" cy="4114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5994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2FF"/>
                </a:solidFill>
                <a:latin typeface="Calibri"/>
              </a:defRPr>
            </a:pPr>
            <a:r>
              <a:t>Python Flask 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4572000"/>
            <a:ext cx="1920240" cy="4114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45994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2FF"/>
                </a:solidFill>
                <a:latin typeface="Calibri"/>
              </a:defRPr>
            </a:pPr>
            <a:r>
              <a:t>OpenAI GPT-4o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4572000"/>
            <a:ext cx="1920240" cy="4114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45994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2FF"/>
                </a:solidFill>
                <a:latin typeface="Calibri"/>
              </a:defRPr>
            </a:pPr>
            <a:r>
              <a:t>Scikit-learn NLP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AA"/>
                </a:solidFill>
                <a:latin typeface="Calibri"/>
              </a:defRPr>
            </a:pPr>
            <a:r>
              <a:t>Project by: Mohamed Safin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Calibri"/>
              </a:defRPr>
            </a:pPr>
            <a:r>
              <a:t>Multi-tier Client–Server Architecture with AI Microservices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65176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65176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🖥️  CLIENT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EJS Templates, HTML5, CSS3</a:t>
            </a:r>
            <a:br/>
            <a:r>
              <a:t>JavaScript, Chatbot Widget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463040"/>
            <a:ext cx="265176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463040"/>
            <a:ext cx="265176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7EEA"/>
                </a:solidFill>
                <a:latin typeface="Calibri"/>
              </a:defRPr>
            </a:pPr>
            <a:r>
              <a:t>⚙️  APPLICATION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488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Node.js / Express.js (Port 8000)</a:t>
            </a:r>
            <a:br/>
            <a:r>
              <a:t>24 Route Handlers</a:t>
            </a:r>
            <a:br/>
            <a:r>
              <a:t>Session-based Auth Middleware</a:t>
            </a:r>
            <a:br/>
            <a:r>
              <a:t>Database Service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463040"/>
            <a:ext cx="265176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1463040"/>
            <a:ext cx="2651760" cy="54864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64BA2"/>
                </a:solidFill>
                <a:latin typeface="Calibri"/>
              </a:defRPr>
            </a:pPr>
            <a:r>
              <a:t>🤖  AI MICROSERVICES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1488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Agent 1: Chatbot (Port 5001) — Gemini LLM</a:t>
            </a:r>
            <a:br/>
            <a:r>
              <a:t>Agent 2: Complaint Classifier (Port 5002) — NLP</a:t>
            </a:r>
            <a:br/>
            <a:r>
              <a:t>Agent 3: Mess Predictor (Port 5003) — DB 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463040"/>
            <a:ext cx="265176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0" y="146304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🗄️  DATA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1488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PostgreSQL (12 Tables, Indexed)</a:t>
            </a:r>
            <a:br/>
            <a:r>
              <a:t>File System (/uploads/ — PDFs)</a:t>
            </a:r>
            <a:br/>
            <a:r>
              <a:t>Knowledge Base (hostel_rules.txt)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291840" y="2834640"/>
            <a:ext cx="457200" cy="274320"/>
          </a:xfrm>
          <a:prstGeom prst="rightArrow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5760720" y="2834640"/>
            <a:ext cx="457200" cy="274320"/>
          </a:xfrm>
          <a:prstGeom prst="rightArrow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8503920" y="2834640"/>
            <a:ext cx="457200" cy="274320"/>
          </a:xfrm>
          <a:prstGeom prst="rightArrow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03520"/>
            <a:ext cx="173736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3309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23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Express.js, ES Modules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06039" y="5303520"/>
            <a:ext cx="173736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199" y="53309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199" y="5623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PostgreSQL + pg pool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58" y="5303520"/>
            <a:ext cx="173736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18" y="53309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64BA2"/>
                </a:solidFill>
                <a:latin typeface="Calibri"/>
              </a:defRPr>
            </a:pPr>
            <a:r>
              <a:t>AI/ML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18" y="5623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Scikit-learn, TF-IDF, Naive Bayes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77" y="5303520"/>
            <a:ext cx="173736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37" y="53309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37" y="5623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OpenAI GPT-4o-mini, Google Gemini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596" y="5303520"/>
            <a:ext cx="173736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56" y="53309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56" y="5623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bcrypt, Express-session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04115" y="5303520"/>
            <a:ext cx="173736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75" y="53309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Docs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75" y="5623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AA"/>
                </a:solidFill>
                <a:latin typeface="Calibri"/>
              </a:defRPr>
            </a:pPr>
            <a:r>
              <a:t>PDFKit, QRCode, Nodemailer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Authentication &amp; Gate Pass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Calibri"/>
              </a:defRPr>
            </a:pPr>
            <a:r>
              <a:t>Secure RBAC + Digital Gate Pass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5029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🔐  Authentication Algorithm (RBAC)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① User submits email + password via login form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② Server queries PostgreSQL: SELECT * FROM users WHERE email = $1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③ If found → bcrypt.compare(input_password, stored_hash)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④ If match → Create session: { isAuthenticated, user: {email, name, rrn} }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⑤ Track login: INSERT INTO logins (email) VALUES ($1)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⑥ Route middleware checks session before every protected request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5 Role Types with Separate Auth Middleware: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 • Student → checkAuthenticated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 • Management Admin → checkManagementAdminAuthenticated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 • Maintenance Admin → checkMaintenanceAdminAuthenticated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 • Resident Tutor (RT) → checkRtAdminAuthenticated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 • Watchman → checkWatchmanAuthenticated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🎫  Gate Pass Processing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① Student fills gatepass form (auto-fills name, RRN from session)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② Server-side Date Validation: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 • time_out must be &gt; NOW (no past dates)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 • time_in must be &gt; NOW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 • time_in must be &gt; time_out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③ Lookup RT ID: SELECT rtid FROM users WHERE rrn = $1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④ INSERT gatepass into database → RETURNING id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⑤ Generate QR Code: QRCode.toDataURL(gatepassId)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⑥ Generate PDF (PDFKit):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 • Institutional logo + all fields + QR code embedded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 • Saved to /uploads/Gatepass_{rrn}_{timestamp}.pdf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⑦ UPDATE gatepasses SET pdf_url = $1 WHERE id = $2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⑧ RT Admin reviews → approves/rejects via panel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⑨ Watchman scans QR at gate → verifies gate pass status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AI-Powered Smart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Calibri"/>
              </a:defRPr>
            </a:pPr>
            <a:r>
              <a:t>NLP Text Classification using TF-IDF + Multinomial Naive Bayes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5029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📚  Model Training 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Training Data (6 Categories):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⚡ Electrical → fan, light, switch, power...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🔧 Plumbing → leakage, tap, drain, toilet...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🧹 Housekeeping → dirty, garbage, pest...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🪚 Carpentry → door, window, furniture...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🏥 Medical → fever, accident, first aid...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📦 Other → wifi, mess food, noise...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ML Pipeline: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Step 1: TfidfVectorizer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  • ngram_range = (1, 2)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  • max_features = 1000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Step 2: MultinomialNB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  • alpha = 0.1 (Laplace smoothing)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pipeline.fit(texts, labels)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474720" cy="5029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64BA2"/>
                </a:solidFill>
                <a:latin typeface="Calibri"/>
              </a:defRPr>
            </a:pPr>
            <a:r>
              <a:t>🔮  Prediction 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202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1. PREPROCESS complaint text: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Convert to lowercase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Remove non-alphabetic chars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Normalize whitespace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2. CLASSIFY using trained pipeline: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prediction = pipeline.predict(text)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probabilities = predict_proba(text)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confidence = max(probs) × 100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3. PRIORITY Assessment: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Urgent keywords check: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[emergency, urgent, danger, shock,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 fire, flooded, bleeding, unconscious]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urgent match → HIGH priority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confidence &lt; 60% → NORMAL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else → MEDIUM priority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71600"/>
            <a:ext cx="3474720" cy="5029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🛡️  Fallback &amp;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9202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Fallback (ML Service Down):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Keyword Scoring Algorithm: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• Define keyword dict per category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• Score = count of matching keywords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• confidence = min(50 + score×15, 95)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• Map category → department name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Database Storage: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INSERT INTO maintenance_complaints: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• Student info (name, rrn, block, room)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• Complaint description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• User-selected category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• ai_predicted_category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• ai_confidence (decimal %)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• priority (high/medium/normal)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• sentiment (urgent/negative/neutral)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• status = 'pending'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Auto-creates table if not exists!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 Chatbot &amp; Mess Demand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Calibri"/>
              </a:defRPr>
            </a:pPr>
            <a:r>
              <a:t>LLM-Powered RAG Chatbot + Rule-Based Attendance Forecasting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583680" cy="5029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💬  AI Chatbot Algorithm (RAG Approach)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1. LOAD Knowledge Base from hostel_rules.txt: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Contains: mess timings, curfew rules, contacts, facilities, hostel policies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2. BUILD System Prompt: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Role: "KBA Hostel Virtual Assistant"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Instructions: Answer using knowledge base, be polite, 2-4 sentences,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never fabricate info, provide emergency contacts when needed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Inject: Full knowledge base text into system prompt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3. MANAGE Conversation History (per session):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Store last 20 messages (= 10 Q&amp;A exchanges) as sliding window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Auto-trim when history exceeds 30 entries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4. CALL OpenAI API: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Model: GPT-4o-mini  |  max_tokens: 500  |  temperature: 0.7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Messages: [system_prompt, ...recent_history, user_message]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5. FALLBACK (API unavailable):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Keyword-based pattern matching for common queries: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"gate pass" / "leave" → Gate pass process info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"mess" / "food" → Mess timing details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"medical" / "doctor" → Health center info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"wifi" / "internet" → Network support info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• "rule" / "curfew" → Hostel regulations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🍽️  Mess Demand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92024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Goal: Predict daily meal attendance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to reduce food waste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Algorithm (Rule-Based):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① Query total registered students: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SELECT COUNT(*) FROM users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② Query students away today: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SELECT COUNT(*) FROM gatepasses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WHERE status = 'approved'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AND today &gt;= time_out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AND today &lt;= time_in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③ Query active medical leaves: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SELECT COUNT(*) FROM medical_requests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WHERE status IN ('pending','in-progress')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④ Calculate: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Expected = Total - Away - Medical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 Expected = MAX(0, Expected)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Returns: totalStudents, awayOnGatepass,</a:t>
            </a:r>
          </a:p>
          <a:p>
            <a:pPr>
              <a:spcAft>
                <a:spcPts val="2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onMedicalLeave, expectedAttendance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Database Design &amp; Algorithm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AA"/>
                </a:solidFill>
                <a:latin typeface="Calibri"/>
              </a:defRPr>
            </a:pPr>
            <a:r>
              <a:t>PostgreSQL Schema + Complete Algorithms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📋  Algorithms &amp; Techniques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217920" cy="365760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556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Algorithm / 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55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6217920" cy="301752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6712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671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bcrypt Hashing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671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Secure password storage (10 salt rounds)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50592"/>
            <a:ext cx="6217920" cy="301752"/>
          </a:xfrm>
          <a:prstGeom prst="round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688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4688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Session-based RBAC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688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Role-based access for 5 user types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752344"/>
            <a:ext cx="6217920" cy="301752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77063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77063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TF-IDF Vectorization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7706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Text → numerical feature vectors (1,2-gram)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054096"/>
            <a:ext cx="6217920" cy="301752"/>
          </a:xfrm>
          <a:prstGeom prst="round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07238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07238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Multinomial Naive Bayes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07238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Probabilistic text classification (6 categories)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355848"/>
            <a:ext cx="6217920" cy="301752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3741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37413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Keyword Scoring Fallback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37413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Rule-based classification backup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657600"/>
            <a:ext cx="6217920" cy="301752"/>
          </a:xfrm>
          <a:prstGeom prst="round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6758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67588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Urgent Keyword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36758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Emergency pattern matching &amp; escalation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959352"/>
            <a:ext cx="6217920" cy="301752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97764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39776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RAG (Retrieval-Augmented Gen.)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39776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LLM grounded with knowledge base context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261104"/>
            <a:ext cx="6217920" cy="301752"/>
          </a:xfrm>
          <a:prstGeom prst="round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42793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427939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Sliding Window History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4279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Conversation context (last 10 exchanges)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562856"/>
            <a:ext cx="6217920" cy="301752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458114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20" y="458114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Rule-Based Subtraction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5811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Expected = Total − Gatepasses − Medical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4864608"/>
            <a:ext cx="6217920" cy="301752"/>
          </a:xfrm>
          <a:prstGeom prst="round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88289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488289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QR Code Encoding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0" y="488289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Gate pass physical verification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5166360"/>
            <a:ext cx="6217920" cy="301752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1846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88720" y="51846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PDF Generation (PDFKit)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0" y="51846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Automated document creation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5468112"/>
            <a:ext cx="6217920" cy="301752"/>
          </a:xfrm>
          <a:prstGeom prst="roundRect">
            <a:avLst/>
          </a:prstGeom>
          <a:solidFill>
            <a:srgbClr val="16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548640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88720" y="54864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Crypto Token Generation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0" y="54864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Secure password reset via email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" y="5769864"/>
            <a:ext cx="6217920" cy="301752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" y="578815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88720" y="5788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Graceful Degradation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0" y="57881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Auto-fallback when AI services down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🗄️  Database Schema (12 Tables)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0" y="1737360"/>
            <a:ext cx="438912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0" y="1737360"/>
            <a:ext cx="73152" cy="8686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43800" y="18105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EEA"/>
                </a:solidFill>
                <a:latin typeface="Calibri"/>
              </a:defRPr>
            </a:pPr>
            <a:r>
              <a:t>👥 User Tables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0" y="181051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users, admin, rt,</a:t>
            </a:r>
            <a:br/>
            <a:r>
              <a:t>maintenanceuser, watchman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15200" y="2679192"/>
            <a:ext cx="438912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15200" y="2679192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43800" y="27523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🎫 Gate Passes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0" y="2752344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gatepasses (status, PDF URL,</a:t>
            </a:r>
            <a:br/>
            <a:r>
              <a:t>QR data, RT assignment)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0" y="3621024"/>
            <a:ext cx="438912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0" y="3621024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543800" y="36941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🔧 Service Requests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0" y="3694176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housekeeping_requests,</a:t>
            </a:r>
            <a:br/>
            <a:r>
              <a:t>electrical_work_requests,</a:t>
            </a:r>
            <a:br/>
            <a:r>
              <a:t>carpentry_requests,</a:t>
            </a:r>
            <a:br/>
            <a:r>
              <a:t>medical_requests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15200" y="4562856"/>
            <a:ext cx="438912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315200" y="4562856"/>
            <a:ext cx="73152" cy="86868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43800" y="4636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64BA2"/>
                </a:solidFill>
                <a:latin typeface="Calibri"/>
              </a:defRPr>
            </a:pPr>
            <a:r>
              <a:t>🤖 AI Complaints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44000" y="463600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maintenance_complaints</a:t>
            </a:r>
            <a:br/>
            <a:r>
              <a:t>(ai_predicted_category,</a:t>
            </a:r>
            <a:br/>
            <a:r>
              <a:t>ai_confidence, priority,</a:t>
            </a:r>
            <a:br/>
            <a:r>
              <a:t>sentiment)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315200" y="5504688"/>
            <a:ext cx="438912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5504688"/>
            <a:ext cx="73152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543800" y="5577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📊 Audit Trail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0" y="55778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logins, admin_logins,</a:t>
            </a:r>
            <a:br/>
            <a:r>
              <a:t>rtlogins,</a:t>
            </a:r>
            <a:br/>
            <a:r>
              <a:t>maintenanceuserlogins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15200" y="5669280"/>
            <a:ext cx="4389120" cy="685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589520" y="5715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Calibri"/>
              </a:defRPr>
            </a:pPr>
            <a:r>
              <a:t>🛡️  Security: Parameterized queries ($1,$2) | bcrypt | HTTP-only sessions | Login auditing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